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No-sale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&lt;100s</c:v>
                  </c:pt>
                  <c:pt idx="1">
                    <c:v>100–175s</c:v>
                  </c:pt>
                  <c:pt idx="2">
                    <c:v>175–260s</c:v>
                  </c:pt>
                  <c:pt idx="3">
                    <c:v>260–350s</c:v>
                  </c:pt>
                  <c:pt idx="4">
                    <c:v>350–400s</c:v>
                  </c:pt>
                  <c:pt idx="5">
                    <c:v>400–600s</c:v>
                  </c:pt>
                  <c:pt idx="6">
                    <c:v>600–700s</c:v>
                  </c:pt>
                  <c:pt idx="7">
                    <c:v>&gt;700s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13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&lt;100s</c:v>
                  </c:pt>
                  <c:pt idx="1">
                    <c:v>100–175s</c:v>
                  </c:pt>
                  <c:pt idx="2">
                    <c:v>175–260s</c:v>
                  </c:pt>
                  <c:pt idx="3">
                    <c:v>260–350s</c:v>
                  </c:pt>
                  <c:pt idx="4">
                    <c:v>350–400s</c:v>
                  </c:pt>
                  <c:pt idx="5">
                    <c:v>400–600s</c:v>
                  </c:pt>
                  <c:pt idx="6">
                    <c:v>600–700s</c:v>
                  </c:pt>
                  <c:pt idx="7">
                    <c:v>&gt;700s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Unconditional AUC</c:v>
                </c:pt>
              </c:strCache>
            </c:strRef>
          </c:tx>
          <c:spPr>
            <a:solidFill>
              <a:srgbClr val="64748B"/>
            </a:solidFill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175s</c:v>
                  </c:pt>
                  <c:pt idx="1">
                    <c:v>260s</c:v>
                  </c:pt>
                  <c:pt idx="2">
                    <c:v>350s</c:v>
                  </c:pt>
                  <c:pt idx="3">
                    <c:v>400s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0.611</c:v>
                </c:pt>
                <c:pt idx="1">
                  <c:v>0.444</c:v>
                </c:pt>
                <c:pt idx="2">
                  <c:v>0.361</c:v>
                </c:pt>
                <c:pt idx="3">
                  <c:v>0.583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Conditional AUC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175s</c:v>
                  </c:pt>
                  <c:pt idx="1">
                    <c:v>260s</c:v>
                  </c:pt>
                  <c:pt idx="2">
                    <c:v>350s</c:v>
                  </c:pt>
                  <c:pt idx="3">
                    <c:v>400s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0.833</c:v>
                </c:pt>
                <c:pt idx="1">
                  <c:v>0.533</c:v>
                </c:pt>
                <c:pt idx="2">
                  <c:v>0.4</c:v>
                </c:pt>
                <c:pt idx="3">
                  <c:v>0.9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60120"/>
            <a:ext cx="8503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an Agent Stop Listening?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42316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and Stress-Testing LLM-Based Optimal Stopping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Conversational Domains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3383280"/>
            <a:ext cx="8503920" cy="0"/>
          </a:xfrm>
          <a:prstGeom prst="line">
            <a:avLst/>
          </a:prstGeom>
          <a:noFill/>
          <a:ln w="12700">
            <a:solidFill>
              <a:srgbClr val="2E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520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PhD Seminar  ·  May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38862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Manzoor, Ascarza &amp; Netzer (2025)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Sales Call Is a Sequential Decision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live sales call poses a real-time trade-off: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costs time (agent hours, infrastructure)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early risks losing a sale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stopping point is unknown in advance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063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Bermudan option framing: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40156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checkpoint m, the agent decides: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now (take certain reward) or continue (wait for better information)?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965960"/>
            <a:ext cx="393192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1828800"/>
            <a:ext cx="237744" cy="23774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2423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33542" y="182880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6654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86654" y="2423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91756" y="182880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4868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4868" y="2423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67928" y="1828800"/>
            <a:ext cx="237744" cy="237744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2423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58054" y="868680"/>
            <a:ext cx="1188720" cy="38404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58054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or continue?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16268" y="868680"/>
            <a:ext cx="1188720" cy="38404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16268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 or continue?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03920" y="868680"/>
            <a:ext cx="914400" cy="384048"/>
          </a:xfrm>
          <a:prstGeom prst="rect">
            <a:avLst/>
          </a:prstGeom>
          <a:solidFill>
            <a:srgbClr val="1C2B4A">
              <a:alpha val="90000"/>
            </a:srgbClr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868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3566160"/>
            <a:ext cx="3931920" cy="1188720"/>
          </a:xfrm>
          <a:prstGeom prst="rect">
            <a:avLst/>
          </a:prstGeom>
          <a:solidFill>
            <a:srgbClr val="1C2B4A">
              <a:alpha val="95000"/>
            </a:srgbClr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3703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 =  sales × benefit  −  total_time × cost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54880" y="41879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policy: quit if  P(sale | transcript)  &lt;  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Four-Component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828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828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Partial Transcript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up to window 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as prompt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04288" y="2697480"/>
            <a:ext cx="1005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417320"/>
            <a:ext cx="1828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417320"/>
            <a:ext cx="1828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GPT-4o (Zero-Shot)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192024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"Will this call end in a sale?"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logprobs → P(yes) normalized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70248" y="2697480"/>
            <a:ext cx="1005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417320"/>
            <a:ext cx="1828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1417320"/>
            <a:ext cx="1828800" cy="4114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Backward Induction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192024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θ_m₂ first, then θ_m₁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on validation set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6208" y="2697480"/>
            <a:ext cx="10058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417320"/>
            <a:ext cx="1828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1417320"/>
            <a:ext cx="1828800" cy="41148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Evaluate on Test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192024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vs. baseline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retained · Time saved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4297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tuned via backward induction: m₂ threshold first, then m₁ conditional on θ_m₂  ·  10,000-point grid search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· THE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Manzoor et al. (2025) Found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8503920" cy="6858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configuration: 90s / 180s windows · cost = 0.01 · benefit = 10 · GPT-4o (zero-shot)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48840"/>
          <a:ext cx="8503920" cy="246888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868680"/>
                <a:gridCol w="868680"/>
                <a:gridCol w="1188720"/>
                <a:gridCol w="109728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m₁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m₂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retained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saved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gained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45s / 60s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+1,328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RF1 × DP1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115s / 230s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/ 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RF2 × DP1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115s / 230s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RF1 × DP2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90s / 180s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/ 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RF2 × DP2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90s / 180s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Only run retaining all sales while improving reward  ·  NL Negotiation dataset (178 conversations, GPT-4o zero-shot)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Generalization Question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164592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90s / AUC = 0.75 result a property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this dataset, or of conversational structure generally?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3108960"/>
            <a:ext cx="8503920" cy="0"/>
          </a:xfrm>
          <a:prstGeom prst="line">
            <a:avLst/>
          </a:prstGeom>
          <a:noFill/>
          <a:ln w="12700">
            <a:solidFill>
              <a:srgbClr val="2E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2918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stress-test on a qualitatively different domain: real car dealership sales calls with diarized timestamps.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· NL REPLICATION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Dataset Confirms the Original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269748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087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5328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sale · 73 no-sale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71600"/>
            <a:ext cx="269748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5087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389s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46120" y="2240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Duration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25328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46s – 946s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3716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371600"/>
            <a:ext cx="269748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5087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172200" y="2240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 (90s)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5328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3-in-4 pairs correctly ranked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8503920" cy="16002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035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empirical regularity from both studies: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4015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&lt; 0.65 at m₁  →  agent collapses: quits everything or nothing useful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7307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≥ 0.65  →  meaningful separation; threshold tuning can retain sales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0599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 = the earliest window where GPT-4o crosses from noise into genuine signal for NL data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DEALERSHIPS AS STRESS TEST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Structurally Different Dataset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503920" cy="3383280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  <a:gridCol w="26517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 Negotiations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Dealerships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conversations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389s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497s  (std 356s)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(proportional)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diarized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No-sale 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~280s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 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716s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as predictor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⚠️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12 test conversations, one misclassification shifts 'sales lost' by 17% — results are directional, not definitive.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DEALERSHIPS AS STRESS TEST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Bimodal Duration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3716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80644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calls = no-sales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06440" y="1783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No-sale median: 163s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0644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calls = sales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0644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median: 716s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0644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175–400s window range: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06440" y="3429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calls total ⚠️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06440" y="3840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47.9% of calls end before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06440" y="4206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400s window is reached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DEALERSHIPS AS STRESS TEST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Experiments, One Insight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658368" cy="10515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658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4904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Windows (2×2 Grid)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783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90s / 180s and 115s / 230s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20391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&lt; 0.5 at 90s. Windows too early — only greeting and inventory-check language present. Agent fails.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2377440" cy="41148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Too early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60604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06040"/>
            <a:ext cx="658368" cy="10515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06040"/>
            <a:ext cx="658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679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4-Window Sequential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971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175s, 260s, 350s, 400s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32278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0.64–0.67 at 175s. Improves but 350s collapses to 0.333. Backward induction over 4 windows.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2926080"/>
            <a:ext cx="2377440" cy="41148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Partial signal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79476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94760"/>
            <a:ext cx="658368" cy="10515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94760"/>
            <a:ext cx="658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51560" y="3867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3-Pair Grid (Main)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4160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WP1(175/260), WP2(260/350), WP3(350/400) × 4 reward functions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44165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AUC reveals 0.833 at 175s. WP1×RF3 retains all sales, saves 3.1% time.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4114800"/>
            <a:ext cx="2377440" cy="41148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Clear pattern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AUC: The Right Metric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406908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406908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716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Unconditional AUC (before)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ending before window m 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prob_yes = 0 via fillna(0).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conflates two populations: calls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live at m and calls already done.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is suppressed or inflated artificially.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069080" cy="155448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406908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Conditional AUC (after)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AUC only on conversations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duration ≥ m.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GPT-4o's true discriminability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calls that are actually live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decision point.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14884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17520"/>
          <a:ext cx="850392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65176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Unconditional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(live)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 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 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 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 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applies generally to any survival-indexed classification task — a broader methodological contribution.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12-Run Grid Results (Conditional AUC)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503920" cy="3200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777240"/>
                <a:gridCol w="777240"/>
                <a:gridCol w="777240"/>
                <a:gridCol w="100584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Fn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m₁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m₂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lost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saved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WP1  175/260s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RF1 c=0.1 b=10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WP1  175/260s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RF2 c=0.5 b=10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+2,718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WP1  175/260s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RF3 c=1.0 b=1000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WP1  175/260s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RF4 c=5.0 b=1000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+16,891†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WP2  260/350s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RF3 c=1.0 b=1000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WP3  350/400s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RF3 c=1.0 b=1000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 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Only config retaining all sales while improving reward  ·  † RF4 reward gains are time-driven, not sales-driven — 4 of 6 sales dropped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·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350s Dead Zone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13716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32120" y="141732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32120" y="1417320"/>
            <a:ext cx="10972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1472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175s: AUC 0.833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+ early offer language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captured. Strong signal.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32120" y="219456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32120" y="2194560"/>
            <a:ext cx="10972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0" y="22494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350s: AUC 0.400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1500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chance. Price anchoring and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 appear in both outcomes.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32120" y="297180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32120" y="2971800"/>
            <a:ext cx="109728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30266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400s: AUC 0.900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1500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7 surviving calls, near-perfect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discrimination. Closing cues very clear.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32120" y="3749040"/>
            <a:ext cx="32918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32120" y="3749040"/>
            <a:ext cx="109728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15000" y="3803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gap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15000" y="4069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calls in the 175–400s range.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on 9-call val set.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SYNTHESIS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Generalizes Across Domains?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4206240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42062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Generalizes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induction framework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optimal policy given known reward and finite horizon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&gt; ~0.65 threshold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443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this, no cost/benefit tuning rescues the agent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Logprobs as probability proxy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76732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P(yes) is a reliable soft classifier signal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4206240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371600"/>
            <a:ext cx="420624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Domain-specific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placement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12140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reflect call structure — 90s NL ≠ 175s dealerships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6517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Cost/benefit calibration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9443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drives policy more than model quality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3474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magnitude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76732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domain, dataset size, and linguistic richness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OPEN QUESTIONS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Duration Confound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GPT-4o reading language — or transcript length?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40690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40690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202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concern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still running at 260s already signals 'probably a sale' independent of content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8072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No-sale median is 163s — most no-sales end before any window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2826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sees longer transcripts for sales → may learn length, not language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7581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0.900 at 400s may partly reflect survivor selection, not semantic prediction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40690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920240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9202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experiment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331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duration-ratio baseline: predict sale if duration_so_far / avg_duration &gt; threshold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8072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its conditional AUC against GPT-4o at each window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826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AUCs are similar → model is proxying duration, not language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7581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truncate prompts to fixed token length to eliminate length leakage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 · OPEN QUESTIONS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for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41148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3619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How much of the AUC is duration vs. language?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Duration-ratio baseline needed. Fixed-token prompt ablation would isolate the linguistic contribution.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71600"/>
            <a:ext cx="4114800" cy="914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53619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Does fine-tuning change the threshold where signal emerges?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12140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GPT-4o is a hard test. Fine-tuning on domain-specific data may push the AUC threshold window earlier.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200400"/>
            <a:ext cx="41148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6499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Is backward induction the right framework for stochastic real-world deployment?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95020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here (known reward, finite horizon). RL or bandit approaches warranted when reward structure is itself uncertain.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200400"/>
            <a:ext cx="411480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36499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What dataset size is required for reliable policy evaluation?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95020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12-call test set is directional at best. Power analysis suggests 80+ test conversations per domain for ±10% sales estimates.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0"/>
          </a:xfrm>
          <a:prstGeom prst="line">
            <a:avLst/>
          </a:prstGeom>
          <a:noFill/>
          <a:ln w="12700">
            <a:solidFill>
              <a:srgbClr val="2E4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411480" cy="53035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98448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backward induction + LLM logprobs framework generalizes in structure, not in parameters. Windows and cost/benefit must be re-calibrated per domain.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411480" cy="53035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84248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020824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AUC is the correct discriminability metric for survival-indexed classifiers. Unconditional AUC contaminates the estimate with calls the agent never acts 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06624"/>
            <a:ext cx="411480" cy="53035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06624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&gt; ~0.65 at the first window is the empirical threshold for useful stopping policy. Below this, tuning cannot rescue the agent.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429000"/>
            <a:ext cx="411480" cy="53035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29000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465576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350s mark in dealership calls is a linguistic dead zone. Mid-negotiation language is ambiguous — the agent's rational response is to do nothing, which it correctly does.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151376"/>
            <a:ext cx="411480" cy="53035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151376"/>
            <a:ext cx="411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187952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duration confound is unresolved. High AUC at late windows may reflect call survival rather than semantic understanding. This is the critical open question.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Stopping Replication Study</dc:title>
  <dc:subject>PptxGenJS Presentation</dc:subject>
  <dc:creator>PptxGenJS</dc:creator>
  <cp:lastModifiedBy>PptxGenJS</cp:lastModifiedBy>
  <cp:revision>1</cp:revision>
  <dcterms:created xsi:type="dcterms:W3CDTF">2026-05-03T22:34:18Z</dcterms:created>
  <dcterms:modified xsi:type="dcterms:W3CDTF">2026-05-03T22:34:18Z</dcterms:modified>
</cp:coreProperties>
</file>